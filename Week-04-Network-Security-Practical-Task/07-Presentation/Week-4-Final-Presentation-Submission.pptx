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F75B5"/>
                </a:solidFill>
                <a:latin typeface="Aptos Display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6583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365D"/>
                </a:solidFill>
                <a:latin typeface="Aptos Display"/>
              </a:rPr>
              <a:t>Advanced Network Security
Practical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93008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573"/>
                </a:solidFill>
                <a:latin typeface="Aptos"/>
              </a:rPr>
              <a:t>Technical Learning &amp; Practical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16052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4160520"/>
            <a:ext cx="530352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343400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Assessment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27448"/>
            <a:ext cx="498348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3238"/>
                </a:solidFill>
                <a:latin typeface="Aptos"/>
              </a:rPr>
              <a:t>Network setup → Apache service → Nmap discovery → Wireshark analysis → Final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1605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4160520"/>
            <a:ext cx="521208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4343400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Core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4727448"/>
            <a:ext cx="489204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20 genuine lab screenshots across five tasks. All conclusions are based on observed results from the controlled VMware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89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Aptos"/>
              </a:rPr>
              <a:t>DG Interns Hub | Cybersecurity Internship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9893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B6573"/>
                </a:solidFill>
                <a:latin typeface="Aptos"/>
              </a:rPr>
              <a:t>SAMYUKTHA S.  |  DG/SEPTEMBER/CYBER/102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DG Interns Hub | Week 4 | Authorized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 Display"/>
              </a:rPr>
              <a:t>1. Lab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Aptos"/>
              </a:rPr>
              <a:t>Exact final dual-interface topology used during the practical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4114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ek-4-Advanced-Network-Topology-Final-Clea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635240" cy="42948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32588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21040" y="1325880"/>
            <a:ext cx="333756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15087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VMnet1 - lab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892807"/>
            <a:ext cx="30175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8"/>
                </a:solidFill>
                <a:latin typeface="Aptos"/>
              </a:rPr>
              <a:t>192.168.162.0/24
Kali eth0: 192.168.162.128
Ubuntu ens37: 192.168.162.131
Primary Kali ↔ Ubuntu assessment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337560"/>
            <a:ext cx="3337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3337560"/>
            <a:ext cx="333756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35204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NAT - separate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904487"/>
            <a:ext cx="301752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8"/>
                </a:solidFill>
                <a:latin typeface="Aptos"/>
              </a:rPr>
              <a:t>Kali eth1: 192.168.127.131
Ubuntu ens33: 192.168.127.130
Used for Internet/DNS/package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5010912"/>
            <a:ext cx="33375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5010912"/>
            <a:ext cx="3337560" cy="1097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51937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Target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557784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8"/>
                </a:solidFill>
                <a:latin typeface="Aptos"/>
              </a:rPr>
              <a:t>SSH TCP/22 | Apache HTTP TCP/80 | UFW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DG Interns Hub | Week 4 | Authorized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 Display"/>
              </a:rPr>
              <a:t>2. Network Setup &amp; Service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Aptos"/>
              </a:rPr>
              <a:t>Task 1 establishes the baseline; Task 2 introduces the HTTP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4114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Kali-Network-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754880" cy="18923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401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Kali IP/routing configuration</a:t>
            </a:r>
          </a:p>
        </p:txBody>
      </p:sp>
      <p:pic>
        <p:nvPicPr>
          <p:cNvPr id="7" name="Picture 6" descr="02-Ubuntu-Network-Config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98448"/>
            <a:ext cx="4754880" cy="1956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32120" y="3401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Ubuntu IP/routing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947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794760"/>
            <a:ext cx="352044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9776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Connectivity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361688"/>
            <a:ext cx="3200400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Bidirectional ping tests returned 0% packet loss. This validates actual communication, not just the presence of IP addresses.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37947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3794760"/>
            <a:ext cx="352044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9776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Apache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61688"/>
            <a:ext cx="3200400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Apache was installed, verified active, and confirmed listening on TCP/80 using ss. UFW was updated to allow 80/tcp.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6136" y="37947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6136" y="3794760"/>
            <a:ext cx="3520440" cy="1097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7" y="39776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Remote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4361688"/>
            <a:ext cx="3200400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Kali successfully retrieved the Apache HTML over 192.168.162.131:80 after the firewall rule was added.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DG Interns Hub | Week 4 | Authorized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 Display"/>
              </a:rPr>
              <a:t>3. Nmap Controlled Before/After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Aptos"/>
              </a:rPr>
              <a:t>Same target, same network, one intentional change: Apache service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4114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Nmap-Baseline-Apache-St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394960" cy="19978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611880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Apache stopped - 80/tcp closed</a:t>
            </a:r>
          </a:p>
        </p:txBody>
      </p:sp>
      <p:pic>
        <p:nvPicPr>
          <p:cNvPr id="7" name="Picture 6" descr="02-Nmap-After-Apache-Sta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94960" cy="21068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3611880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Apache started - 80/tcp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5072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22/tcp stayed open in both states. The key change was TCP/80: closed when no HTTP process was listening, then open after Apache started.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09160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709160"/>
            <a:ext cx="320040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89204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365D"/>
                </a:solidFill>
                <a:latin typeface="Aptos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276088"/>
            <a:ext cx="288036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80/tcp changed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709160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4709160"/>
            <a:ext cx="320040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489204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365D"/>
                </a:solidFill>
                <a:latin typeface="Aptos"/>
              </a:rPr>
              <a:t>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5276088"/>
            <a:ext cx="288036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Service state 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709160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4709160"/>
            <a:ext cx="3200400" cy="1097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489204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365D"/>
                </a:solidFill>
                <a:latin typeface="Aptos"/>
              </a:rPr>
              <a:t>Security meaning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5276088"/>
            <a:ext cx="288036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Attack surface changed.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DG Interns Hub | Week 4 | Authorized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 Display"/>
              </a:rPr>
              <a:t>4. Nmap Service &amp; Version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Aptos"/>
              </a:rPr>
              <a:t>From exposed port to identified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4114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Nmap-Service-Version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6492240" cy="24032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57600"/>
            <a:ext cx="6492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Actual Nmap -sV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25880"/>
            <a:ext cx="4251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325880"/>
            <a:ext cx="425196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50876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22/tcp - SSH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892807"/>
            <a:ext cx="39319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OpenSSH 10.2p1 Ubuntu 2ubuntu3.5
State: 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017520"/>
            <a:ext cx="4251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3017520"/>
            <a:ext cx="425196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320040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80/tcp - 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3584448"/>
            <a:ext cx="39319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Apache httpd 2.4.66 (Ubuntu)
State: 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709160"/>
            <a:ext cx="4251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709160"/>
            <a:ext cx="4251960" cy="1097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489204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5276088"/>
            <a:ext cx="3931920" cy="356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Version strings are reconnaissance observations. No confirmed vulnerability was established by this exercise.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DG Interns Hub | Week 4 | Authorized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 Display"/>
              </a:rPr>
              <a:t>5. Wireshark - ICMP &amp; 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Aptos"/>
              </a:rPr>
              <a:t>Reading packet direction, transport, and protocol meaning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4114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ICMP-Echo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611880" cy="1586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35584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ICMP Echo Request</a:t>
            </a:r>
          </a:p>
        </p:txBody>
      </p:sp>
      <p:pic>
        <p:nvPicPr>
          <p:cNvPr id="7" name="Picture 6" descr="02-ICMP-Echo-Re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80160"/>
            <a:ext cx="3611880" cy="15883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60" y="335584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ICMP Echo Reply</a:t>
            </a:r>
          </a:p>
        </p:txBody>
      </p:sp>
      <p:pic>
        <p:nvPicPr>
          <p:cNvPr id="9" name="Picture 8" descr="03-DNS-Qu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280160"/>
            <a:ext cx="3611880" cy="15958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0" y="335584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DNS Query</a:t>
            </a:r>
          </a:p>
        </p:txBody>
      </p:sp>
      <p:pic>
        <p:nvPicPr>
          <p:cNvPr id="11" name="Picture 10" descr="04-DNS-Respon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703320"/>
            <a:ext cx="3611880" cy="15883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01000" y="578815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DNS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36118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03320"/>
            <a:ext cx="361188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886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ICMP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270248"/>
            <a:ext cx="3291840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8"/>
                </a:solidFill>
                <a:latin typeface="Aptos"/>
              </a:rPr>
              <a:t>Kali 192.168.162.128 → Ubuntu 192.168.162.131. Type 8 request followed by Type 0 reply.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703320"/>
            <a:ext cx="36118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3703320"/>
            <a:ext cx="361188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886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DNS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270248"/>
            <a:ext cx="3291840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8"/>
                </a:solidFill>
                <a:latin typeface="Aptos"/>
              </a:rPr>
              <a:t>Controlled query/response captured through the NAT resolver path after the initial lab-interface resolver did not respond.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DG Interns Hub | Week 4 | Authorized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 Display"/>
              </a:rPr>
              <a:t>6. Wireshark - HTTP &amp; Cross-Tool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Aptos"/>
              </a:rPr>
              <a:t>Connecting Nmap exposure to packet-level application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4114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257800" cy="35668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703320"/>
            <a:ext cx="5257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HTTP GET / HTTP/1.1</a:t>
            </a:r>
          </a:p>
        </p:txBody>
      </p:sp>
      <p:pic>
        <p:nvPicPr>
          <p:cNvPr id="7" name="Picture 6" descr="06-HTTP-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325880"/>
            <a:ext cx="5257800" cy="36310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36792" y="3703320"/>
            <a:ext cx="5257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HTTP/1.1 200 OK - text/html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87952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187952"/>
            <a:ext cx="329184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37083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Nmap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754880"/>
            <a:ext cx="29718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63238"/>
                </a:solidFill>
                <a:latin typeface="Aptos"/>
              </a:rPr>
              <a:t>80/tcp was open and -sV identified Apache httpd 2.4.66.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4187952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4187952"/>
            <a:ext cx="329184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437083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Wireshark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4754880"/>
            <a:ext cx="29718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63238"/>
                </a:solidFill>
                <a:latin typeface="Aptos"/>
              </a:rPr>
              <a:t>TCP 32812 ↔ 80 carried GET / and the server response.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4187952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4187952"/>
            <a:ext cx="3291840" cy="1097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437083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ptos"/>
              </a:rPr>
              <a:t>Correlation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4754880"/>
            <a:ext cx="297180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63238"/>
                </a:solidFill>
                <a:latin typeface="Aptos"/>
              </a:rPr>
              <a:t>Scanner observation and packet behaviour describe the same service.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3387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7365D"/>
                </a:solidFill>
                <a:latin typeface="Aptos"/>
              </a:rPr>
              <a:t>Security significance: Plain HTTP application content is visible on the captured path in this controlled lab.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DG Interns Hub | Week 4 | Authorized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 Display"/>
              </a:rPr>
              <a:t>7. Final Mini Project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Aptos"/>
              </a:rPr>
              <a:t>Evidence-based findings and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4114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Final-Nmap-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703320" cy="1546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788920"/>
            <a:ext cx="3703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Final Nmap assessment</a:t>
            </a:r>
          </a:p>
        </p:txBody>
      </p:sp>
      <p:pic>
        <p:nvPicPr>
          <p:cNvPr id="7" name="Picture 6" descr="02-Final-Service-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90672"/>
            <a:ext cx="3703320" cy="11281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846320"/>
            <a:ext cx="3703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Final target-side service validation</a:t>
            </a:r>
          </a:p>
        </p:txBody>
      </p:sp>
      <p:pic>
        <p:nvPicPr>
          <p:cNvPr id="9" name="Picture 8" descr="03-Final-HTTP-Vali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166360"/>
            <a:ext cx="3703320" cy="1078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236208"/>
            <a:ext cx="3703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6573"/>
                </a:solidFill>
                <a:latin typeface="Aptos"/>
              </a:rPr>
              <a:t>Final HTTP validation from Kali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25880"/>
            <a:ext cx="324612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508760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92807"/>
            <a:ext cx="2926079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63238"/>
                </a:solidFill>
                <a:latin typeface="Aptos"/>
              </a:rPr>
              <a:t>SSH and Apache were listening and reachable from Kali on VMnet1.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32588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325880"/>
            <a:ext cx="3246120" cy="1097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1" y="1508760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Potential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1892807"/>
            <a:ext cx="2926079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63238"/>
                </a:solidFill>
                <a:latin typeface="Aptos"/>
              </a:rPr>
              <a:t>Reachable services add attack surface; plain HTTP exposes application-layer content.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2816352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816352"/>
            <a:ext cx="324612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2999232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Confirmed vulnerability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383280"/>
            <a:ext cx="2926079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63238"/>
                </a:solidFill>
                <a:latin typeface="Aptos"/>
              </a:rPr>
              <a:t>None established by this exercise. Exposure was assessed without exploitation.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816352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2816352"/>
            <a:ext cx="3246120" cy="109728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2999232"/>
            <a:ext cx="2926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Cross-tool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3383280"/>
            <a:ext cx="2926079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63238"/>
                </a:solidFill>
                <a:latin typeface="Aptos"/>
              </a:rPr>
              <a:t>Target state, Nmap, Wireshark and curl agree on the HTTP service.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407408"/>
            <a:ext cx="6720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4407408"/>
            <a:ext cx="6720840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4590288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ptos"/>
              </a:rPr>
              <a:t>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4974336"/>
            <a:ext cx="6400800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238"/>
                </a:solidFill>
                <a:latin typeface="Aptos"/>
              </a:rPr>
              <a:t>The strongest lesson was correlation: understand what was configured, what the scanner observed, what packets show, and what conclusions the evidence can support.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573"/>
                </a:solidFill>
                <a:latin typeface="Aptos"/>
              </a:rPr>
              <a:t>DG Interns Hub | Week 4 | Authorized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